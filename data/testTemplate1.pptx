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1" autoAdjust="0"/>
    <p:restoredTop sz="94660"/>
  </p:normalViewPr>
  <p:slideViewPr>
    <p:cSldViewPr snapToGrid="0">
      <p:cViewPr varScale="1">
        <p:scale>
          <a:sx n="84" d="100"/>
          <a:sy n="84" d="100"/>
        </p:scale>
        <p:origin x="281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53CBDD-ACC6-4202-B019-53FB3C75EDCD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EC64BC-E909-4E3B-8FEA-C4D23DCDF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338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30795-7817-5B52-DBBA-AD6CF1AFA3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83A1F1-EDE3-9DD3-027A-99194B5B27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8DC56D-5444-FAC0-CDE8-C922E6121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DA26E-80B4-4B8C-B4DA-06AE1A3086F5}" type="datetime1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4DF14-54D5-1AEB-2CA6-DE80291DC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Reviewed and determined not to contain CUI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D9A67-AA78-5A3A-0A96-1F591877D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22114-3C96-4A07-A75A-F7B0C0D940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501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9F39E-62C9-0019-8FEA-C11182074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C44D4-1B04-EE4F-9D29-CED598BA5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6849FC-D649-1144-E626-B2C4261DA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D0B35-602C-4814-B63D-6284F42350B2}" type="datetime1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FADE4-2515-D6CB-06EB-EB9D5A8FD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Reviewed and determined not to contain CUI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A7B59-6FDC-2775-6DFA-EC3B996A1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22114-3C96-4A07-A75A-F7B0C0D940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771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8BF50-502F-ACE2-1AD6-0123CB144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6B7484-73CA-017F-40E9-CFF8BF21F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AFA3C-36B8-9640-CA48-E584CD0DB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80A6E-0686-44B4-8140-6458080FAFFB}" type="datetime1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27FCE-09C1-E1E9-6CEE-EF2B1CC2B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Reviewed and determined not to contain CUI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2D70BB-7B7C-8E31-2B78-C5164E2A7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22114-3C96-4A07-A75A-F7B0C0D940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58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4FE2F-1424-3AEA-21A2-DFFE0D664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C76A4-2E0D-0DC5-B0FB-D87704D853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251479-6C33-21FC-6549-0BA88E6CA8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341C04-F111-10C3-95A4-EBA6A7222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2B0FD-08D6-4DBA-9606-AE961961A423}" type="datetime1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163B84-8943-8C57-C7F9-32E296521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Reviewed and determined not to contain CUI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63335D-3612-3131-BAB7-B24BEE0CC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22114-3C96-4A07-A75A-F7B0C0D940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303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C4A33-D0B6-23C6-5774-4CC1A162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1D74DF-B287-2F64-38E9-F33C6A8D1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7B2828-6C3B-6129-7059-A9050CD6D3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6749E5-61EB-E186-489C-7E9E9E0251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2F15EB-992F-CDE5-3DF0-593A64089B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C557EE-7D84-E3AF-82D6-E8D8A27A0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C40DC-A217-4847-8520-69E01AF22AC2}" type="datetime1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AA70AF-2B21-45F0-F450-9FBFD1C24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Reviewed and determined not to contain CUI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0C4CA8-F9DA-1242-D498-9FA68FE08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22114-3C96-4A07-A75A-F7B0C0D940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355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EE625-7C01-F134-47C2-BA714049A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D2E454-D60B-3D53-5CEC-1EC974164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CE312-4BB8-4E90-AB22-528B0CFCBD3F}" type="datetime1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41A624-3496-821F-11E0-1EF214B7D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Reviewed and determined not to contain CUI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F13F42-4AFF-BF7C-E7CB-0BD346F88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22114-3C96-4A07-A75A-F7B0C0D940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244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D7DE96-CA69-E3A5-BCF8-E18BEF04C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62EC3-9AEE-4356-9A04-DB80F70D6179}" type="datetime1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5219A9-F7A4-379F-6F91-12C2E2EB1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Reviewed and determined not to contain CUI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EAB2A8-C8B6-72FE-25FE-4A505D4A6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22114-3C96-4A07-A75A-F7B0C0D940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265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A5114-E9A1-F56D-16E1-CAB326DF5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3D537-9599-D1E8-B641-29838C0E25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54904A-9DA0-6B40-C9D8-9E84C7FF48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FE4549-AD32-31DC-A83B-3C94C767F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966EE-4EAE-4BF7-971D-73D53350C6E8}" type="datetime1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FDFAA0-C3DB-93A0-1329-D219144E1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Reviewed and determined not to contain CUI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35199B-B620-076F-D03D-39B16F4F8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22114-3C96-4A07-A75A-F7B0C0D940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749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1D69F-11A2-7C69-C822-E98997426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253341-36F2-9019-AE18-EA3806B1A1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DF452C-23FB-5D70-17CD-2146A5D741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718258-E66C-CFD3-72AF-D7D78B396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D9623-39FD-4534-AC27-23F2791DEF67}" type="datetime1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14A4E8-0CF9-49E1-1D19-42EBA9CF3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Reviewed and determined not to contain CUI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425D25-FB41-F6F2-0B7B-BE94ED90D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22114-3C96-4A07-A75A-F7B0C0D940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859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6495B-AE0B-2505-3ECD-678272B90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236B68-52D2-A6C2-1ED2-F09B994652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3C232-F7CB-BD33-B1A6-7026E625D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A7920-1FA9-4DE4-AA75-DA63C82CD230}" type="datetime1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5D994-29D9-4905-ECA8-E467A2FBE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Reviewed and determined not to contain CUI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A0712-681A-7088-6104-9ABBE1CC8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22114-3C96-4A07-A75A-F7B0C0D940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289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933198-E0E1-17C9-88B9-854375C64F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1FD393-2B98-F402-49DA-197EA738A8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70CBEE-1259-FE65-4480-00638A8A2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D9C00-5769-46D3-AAAF-5DBDA40E7049}" type="datetime1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FB8409-1AC0-A14A-BBFC-1B1CC354C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Reviewed and determined not to contain CUI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5472D-2294-D852-AC20-E472C77F4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22114-3C96-4A07-A75A-F7B0C0D940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752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DC63D4-4A57-4630-C498-4D60BB7CA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4341" y="514456"/>
            <a:ext cx="2783319" cy="587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Slide Heading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12B33C-98F3-68A0-307C-EA4504FF68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AA36E-983E-6519-2303-FE92B9D632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76097E-2606-41EA-AFAD-F9B14B39BC5E}" type="datetime1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A542FC-A850-7AB9-1871-4293DD5BBD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1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Reviewed and determined not to contain CUI</a:t>
            </a:r>
            <a:endParaRPr lang="en-US" sz="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6A19CA-2311-239B-D2B8-A047373BA2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8122114-3C96-4A07-A75A-F7B0C0D9400A}" type="slidenum">
              <a:rPr lang="en-US" smtClean="0"/>
              <a:pPr/>
              <a:t>‹#›</a:t>
            </a:fld>
            <a:endParaRPr lang="en-US" sz="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DD6965-FBE1-FC05-2B0C-444DCA04BAF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2926080" cy="1001198"/>
          </a:xfrm>
          <a:prstGeom prst="rect">
            <a:avLst/>
          </a:prstGeom>
        </p:spPr>
      </p:pic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14AC014B-80E8-173C-CA7C-FEFA762F4C61}"/>
              </a:ext>
            </a:extLst>
          </p:cNvPr>
          <p:cNvSpPr txBox="1">
            <a:spLocks/>
          </p:cNvSpPr>
          <p:nvPr userDrawn="1"/>
        </p:nvSpPr>
        <p:spPr>
          <a:xfrm>
            <a:off x="4704341" y="-73213"/>
            <a:ext cx="2783319" cy="587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700" dirty="0"/>
              <a:t>CUI//SP-EXPT </a:t>
            </a:r>
          </a:p>
        </p:txBody>
      </p:sp>
    </p:spTree>
    <p:extLst>
      <p:ext uri="{BB962C8B-B14F-4D97-AF65-F5344CB8AC3E}">
        <p14:creationId xmlns:p14="http://schemas.microsoft.com/office/powerpoint/2010/main" val="546118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7CD7E-4250-8D87-99CD-EF392D5A23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B5ADA8-B4C9-F619-765C-95CC87C074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BF1E87-C118-C156-795A-A6669C994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Reviewed and determined not to contain CUI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436739-025A-C707-0500-5FE4E6493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22114-3C96-4A07-A75A-F7B0C0D9400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666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CA932-782D-F3E2-3AB6-89F01A3C8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 err="1"/>
              <a:t>testTile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1F532-032D-FC36-F909-7B06AA20A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800" dirty="0" err="1"/>
              <a:t>testtesttesttesttesttest</a:t>
            </a:r>
            <a:endParaRPr lang="en-US" sz="800" dirty="0"/>
          </a:p>
          <a:p>
            <a:r>
              <a:rPr lang="en-US" sz="800" dirty="0" err="1"/>
              <a:t>testtesttest</a:t>
            </a:r>
            <a:endParaRPr lang="en-US" sz="800" dirty="0"/>
          </a:p>
          <a:p>
            <a:r>
              <a:rPr lang="en-US" sz="800" dirty="0" err="1"/>
              <a:t>testtesttest</a:t>
            </a:r>
            <a:endParaRPr lang="en-US" sz="800" dirty="0"/>
          </a:p>
          <a:p>
            <a:r>
              <a:rPr lang="en-US" sz="800" dirty="0" err="1"/>
              <a:t>testtesttest</a:t>
            </a:r>
            <a:endParaRPr lang="en-US" sz="800" dirty="0"/>
          </a:p>
          <a:p>
            <a:r>
              <a:rPr lang="en-US" sz="800" dirty="0" err="1"/>
              <a:t>testtesttest</a:t>
            </a:r>
            <a:endParaRPr lang="en-US" sz="800" dirty="0"/>
          </a:p>
          <a:p>
            <a:r>
              <a:rPr lang="en-US" sz="800" dirty="0" err="1"/>
              <a:t>testtesttest</a:t>
            </a:r>
            <a:endParaRPr lang="en-US" sz="800" dirty="0"/>
          </a:p>
          <a:p>
            <a:r>
              <a:rPr lang="en-US" sz="800" dirty="0" err="1"/>
              <a:t>testtesttest</a:t>
            </a:r>
            <a:endParaRPr lang="en-US" sz="800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1AE45C-2087-BBA9-58F2-C41D41E07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Reviewed and determined not to contain CUI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049E1D-2163-CBFC-B0A6-1C59FD8C5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114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45E72-9C08-C5F9-DF21-19A80E1DF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742BE-CB1B-3675-8B8C-F66CA53C1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205267-31F6-04F5-C6E8-1E5C68CAC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Reviewed and determined not to contain CUI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93BF1D-EC9B-EBA3-339A-8F2C05609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22114-3C96-4A07-A75A-F7B0C0D9400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036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91A4E-AECA-C0E2-4CF4-BCB892B22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2590" y="1576964"/>
            <a:ext cx="6566821" cy="3587465"/>
          </a:xfrm>
        </p:spPr>
        <p:txBody>
          <a:bodyPr>
            <a:normAutofit/>
          </a:bodyPr>
          <a:lstStyle/>
          <a:p>
            <a:r>
              <a:rPr lang="en-US" sz="6000" dirty="0"/>
              <a:t>Back-up Slides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2D8D37-8CEE-6FD6-222E-1EA7E74A8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Reviewed and determined not to contain CUI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4305A4-7AC5-E65C-BDC1-2D65BE3C2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22114-3C96-4A07-A75A-F7B0C0D940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586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41</Words>
  <Application>Microsoft Office PowerPoint</Application>
  <PresentationFormat>Widescreen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Aptos</vt:lpstr>
      <vt:lpstr>Arial</vt:lpstr>
      <vt:lpstr>Office Theme</vt:lpstr>
      <vt:lpstr>PowerPoint Presentation</vt:lpstr>
      <vt:lpstr>testTile</vt:lpstr>
      <vt:lpstr>PowerPoint Presentation</vt:lpstr>
      <vt:lpstr>Back-up Slides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Hovsepians, Emil (US 7410)</dc:creator>
  <cp:lastModifiedBy>Hovsepians, Emil (US 7410)</cp:lastModifiedBy>
  <cp:revision>5</cp:revision>
  <dcterms:created xsi:type="dcterms:W3CDTF">2026-07-14T22:06:55Z</dcterms:created>
  <dcterms:modified xsi:type="dcterms:W3CDTF">2026-07-14T23:58:35Z</dcterms:modified>
</cp:coreProperties>
</file>